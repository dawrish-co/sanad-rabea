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SANAD HEALTHCARE PLATFORM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</a:defRPr>
            </a:pPr>
            <a:r>
              <a:t>Backend Service &amp; OpenAPI 3.0.3 Architecture</a:t>
            </a:r>
          </a:p>
          <a:p>
            <a:pPr>
              <a:spcBef>
                <a:spcPts val="1200"/>
              </a:spcBef>
              <a:defRPr sz="1800">
                <a:solidFill>
                  <a:srgbClr val="64748B"/>
                </a:solidFill>
              </a:defRPr>
            </a:pPr>
            <a:r>
              <a:t>Comprehensive Technical Overview: ACID Bookings, Audit Compliance, Security &amp; Interactive Swagger UI</a:t>
            </a:r>
          </a:p>
          <a:p>
            <a:pPr>
              <a:spcBef>
                <a:spcPts val="4000"/>
              </a:spcBef>
              <a:defRPr sz="1400">
                <a:solidFill>
                  <a:srgbClr val="0D9488"/>
                </a:solidFill>
              </a:defRPr>
            </a:pPr>
            <a:r>
              <a:t>Author: Rabea Shaban  |  Engineering &amp; Delivery  |  Dawrish &amp; Co</a:t>
            </a:r>
            <a:br/>
            <a:r>
              <a:t>Live API &amp; Swagger: https://sanad-healthcare-backend.vercel.app/api-docs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2 / 8 • OVERVIEW &amp; FOUNDATION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System Architecture &amp; Core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Technology Foundation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Runtime &amp; Engine: Node.js (CommonJS) + Express 5 application.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Database Layer: MongoDB Replica Set (Single-node &amp; multi-node clusters) with Mongoose ODM.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Validation Engine: Joi strict schema validation stripping unauthorized attributes.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Security: Bcrypt password hashing + signed JSON Web Tokens (JWT) + Cookie-parser.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Testing Suite: Jest runner with Supertest for end-to-end HTTP integration tests.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Deployment &amp; Service Architecture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Vercel Serverless Architecture: Handled via api/index.js entrypoint with dynamic MongoDB connection pooling.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Rewrites Engine: All incoming routes mapped seamlessly via vercel.json without route shadowing.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Zero Cold-Start Crash: Standalone fallback and cached connection state for database sessions.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Modular Clean Code: Strict separation across modules (auth, appointment, booking, medicalRecord, audit, docs).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Environment Isolation: Fully separated .env and .env.test with zero tracked secrets in Git.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3 / 8 • SECURITY &amp; RBAC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Identity Management &amp; Dual Authentication Scheme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Dual Authentication Mechanism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HTTP Bearer Token Scheme: Standard Authorization: Bearer &lt;JWT&gt; support enabling interactive API client/Swagger testing.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HTTP-only Session Cookie: Automated token cookie issuance with SameSite and secure flags for browser protection.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Universal Protect Middleware: Automatically inspects cookies first, then falls back to Authorization Bearer header.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Identity Endpoint: GET /api/v1/auth/me returns current user identity while strictly omitting password hashes.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Session Termination: POST /api/v1/auth/logout cleanses the session cookie immediately.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Role-Based Access Control (RBAC)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PATIENT Role: Can discover available appointments, execute atomic bookings, view personal EMRs, and update profile data.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DOCTOR Role: Can create schedule availability slots, inspect booked appointments, author medical records, and review audit trails.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Role Guard Middleware: requireRole('DOCTOR') blocks unauthorized actors with HTTP 403 Forbidden.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Validation Rules: Minimum password length, lowercase standardized emails, and strict role validation via Joi.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Zero Credentials Leak: No real tokens, secrets, or passwords exposed in logs or documentation.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4 / 8 • CLINICAL WORKFLOWS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Doctor Availability Scheduling &amp; Conflict Prevention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Availability Slots Engine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Slot Creation: POST /api/v1/appointments allows doctors to publish discrete consultation windows.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24-Hour Time Format: Validated HH:MM patterns for both startTime and endTime.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Chronological Ordering: Start time must strictly precede end time (startMinutes &lt; endMinutes).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Date Normalization: Matches calendar day boundaries (00:00:00.000 to 23:59:59.999 UTC).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Status Lifecycle: Initialized with status: 'AVAILABLE' and null patient assignment.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Mathematical Overlap Detection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Conflict Formula: startMinutes &lt; existingEnd &amp;&amp; endMinutes &gt; existingStart prevents schedule collisions.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Same-Doctor Isolation: Detects overlaps against existing slots for the calling doctor on the target calendar day.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HTTP 409 Conflict: Rejects overlapping slots before database insertion with clear error feedback.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Doctor's Schedule Queries: GET /api/v1/appointments and /booked populated with patient summary data.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Public Discovery: GET /api/v1/appointments/available lets patients browse open slots across all physicians.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5 / 8 • DATA INTEGRITY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Atomic Booking Engine &amp; MongoDB ACID Transactions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ACID Multi-Document Transactions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Atomic Two-Step Workflow: Updates Appointment status to BOOKED and creates Booking document in a single transaction session.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Race Condition Prevention: Eliminates double-booking vulnerabilities under high concurrency.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Replica Set Detection: Automatically detects ReplicaSet topology (RSPrimary / ReplicaSetWithPrimary).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Write Conflict Resilience: Automatic retry loop (up to 3 attempts with exponential backoff) for TransientTransactionErrors.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Compensating Rollback: Reverts appointment status if transaction rollback is triggered on standalone MongoDB instances.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Integrity &amp; Rollback Verification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Single Session Binding: Both Appointment.findOneAndUpdate and Booking.create are bound to the identical session.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Unique Database Index: bookingSchema.index({ appointment: 1 }, { unique: true }) ensures DB-level uniqueness.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Test Invariant: Simulated exceptions trigger abortTransaction(), leaving appointment AVAILABLE with zero orphaned bookings.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Validation Check: Requires valid 24-character hex MongoDB ObjectId; invalid input returns HTTP 400.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Status Enforcement: Only appointments with status: 'AVAILABLE' can be claimed (returns HTTP 409 if unavailable).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6 / 8 • PRIVACY &amp; HIPAA/GDPR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Electronic Medical Records &amp; Compliance Audit Ledger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Confidential Medical Records (EMR)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Record Creation: POST /api/v1/medical-records restricted to DOCTOR role for valid registered patients.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Consent Verification: consentGiven boolean flag governs whether attending doctors can inspect or update clinical data.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Strict Ownership Control: Patient record owner has guaranteed self-access (relationship: 'SELF').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Doctor Consent Gate: Doctors can only view/update records if consentGiven is true; otherwise rejected with HTTP 403.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Update Mutability: PATCH /api/v1/medical-records/:id permits diagnosis and clinical notes revisions under consent rules.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Immutable Audit Trail Ledger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Traceable Events: Logs actor, action (READ/UPDATE), resource, recordId, patientId, relationship, consent, and outcome.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Denial Auditing: Unauthorized attempts are persistently audited as outcome: 'DENIED' with HTTP 403 response.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Success Auditing: Written only after confirmed authorization and successful database write (outcome: 'SUCCESS').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PII Sanitization: Audit trail GET /api/v1/audit-logs populates only the actor's role (DOCTOR), protecting actor privacy.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Zero Data Leakage: Audit persistence failures abort the request safely to avoid unlogged data exposure.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7 / 8 • API DOCUMENTATION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Production OpenAPI 3.0.3 &amp; Interactive Swagger UI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OpenAPI 3.0.3 Specification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100% Endpoint Coverage: Exactly 14 verified API operations documented with zero invented or omitted endpoints.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Feature Tagging: Endpoints grouped logically into System, Authentication, Appointments, Bookings, Medical Records, and Audit Logs.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Detailed Schema Components: Complete request/response schemas for User, Appointment, Booking, MedicalRecord, AuditLog, and Errors.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Bearer &amp; Cookie Security: Configured bearerAuth (JWT) and cookieAuth (token) security schemes with clear instructions.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Realistic Fictional Data: 100% synthetic healthcare data examples; zero real PHI/PII present in the specification.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Interactive Swagger UI Experience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Live Interactive Console: Interactive 'Try It Out' enables executing requests against live Vercel or localhost.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Authorize 🔓 Modal: Allows developers to input a JWT token to test protected PATIENT and DOCTOR routes directly.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Serverless Resilient: Inlined specification data and CDN assets prevent 404 bundle missing errors on Vercel Lambdas.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Privacy Protection: validatorUrl: null disables third-party schema validation calls to protect API definitions.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Live Access: Interactive Swagger UI at /api-docs and raw OpenAPI JSON specification at /api-docs.json.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8 / 8 • QUALITY &amp; DELIVERY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Verification, Automated Testing &amp; Deliverables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Comprehensive Automated Testing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Test Suite Metrics: 55 passing automated tests across 4 dedicated test suites with zero failures.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Booking Suite (11 tests): ACID multi-document transactions, duplicate booking prevention, and rollback guarantees.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Audit Suite (20 tests): Medical record authorization, consent checks, DENIED/SUCCESS auditing, and PII sanitization.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Appointment Suite (12 tests): Schedule creation, interval validation, overlap prevention, and available slot discovery.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Documentation Suite (12 tests): OpenAPI 3.0.3 structure validity, 14 endpoints verification, and Bearer token middleware.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Production Delivery &amp; Verification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Live Vercel Production: Fully deployed at https://sanad-healthcare-backend.vercel.app with verified 200 OK responses.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Git Synchronization: Pushed to personal repository rabea-shaban/sanad-healthcare-backend and origin/main.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Developer Usability: Root URL / automatically redirects (HTTP 302) directly to interactive /api-docs.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Local Windows Fix: Node-directed dev script eliminates cmd.exe path issues with ampersands ('Darwish &amp; Co').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Complete Project State: Clean working tree, production documentation in README.md, and delivery checklist fulfilled.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