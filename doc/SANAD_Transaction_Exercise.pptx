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82" y="-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105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566160" cy="365760"/>
          </a:xfrm>
          <a:prstGeom prst="roundRect">
            <a:avLst>
              <a:gd name="adj" fmla="val 125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TRANSACTION EXERCISE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SANAD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Slot Booking &amp; Double Booking Prevention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575304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4472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creates available appointment slots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97880" y="3575304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0" y="34472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duplicate &amp; overlapping slots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42232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01421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books an available appointment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97880" y="4142232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72200" y="401421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 booking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58114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Transactions &amp; rollback handling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897880" y="470916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458114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booking-flow testing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Node.js · Express · Mongoose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Validation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Parser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46304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49640" y="18288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49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4964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49640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 — TRANSACTION EXERCISE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backend structure — each feature owns its model, controller,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routes, kept independent from the rest of the codebase.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modules/auth/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807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JWT, password hashing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3558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modules/appointment/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75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slot creation, conflict checks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224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modules/booking/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5445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booking + transaction logic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23444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F172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73368" y="1380744"/>
            <a:ext cx="5038344" cy="473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modules/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auth/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auth.controller.js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auth.model.js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auth.routes.js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auth.validation.js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appointment/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appointment.controller.js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appointment.model.js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appointment.routes.js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booking/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booking.controller.js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booking.model.js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booking.routes.js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middlewares/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server.js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 — TRANSACTION EXERCISE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User Roles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03120" cy="502920"/>
          </a:xfrm>
          <a:prstGeom prst="roundRect">
            <a:avLst>
              <a:gd name="adj" fmla="val 9090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1371600"/>
            <a:ext cx="2103120" cy="502920"/>
          </a:xfrm>
          <a:prstGeom prst="roundRect">
            <a:avLst>
              <a:gd name="adj" fmla="val 90909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4480560" cy="1691640"/>
          </a:xfrm>
          <a:prstGeom prst="roundRect">
            <a:avLst>
              <a:gd name="adj" fmla="val 4324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F172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407822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{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String,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enum: ["PATIENT", "DOCTOR"],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"PATIENT",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create and manage available slots. Patients browse and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them. Roles are enforced from registration through every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request.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37160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1938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6700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2834640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4015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3566160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356616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JWT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413308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4297680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429768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 — TRANSACTION EXERCISE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92240" cy="27432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F172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517904"/>
            <a:ext cx="60899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registerSchema = Joi.object({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Joi.string().min(3).max(100).required(),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Joi.string().email().required(),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Joi.string().min(6).required(),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role: Joi.string()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.valid("PATIENT", "DOCTOR")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.default("PATIENT"),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0664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JOI?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640" y="182880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incoming data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invalid requests early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validation separate from logic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business logic from bad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 — TRANSACTION EXERCISE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CREATION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Creates Available Slots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97680" cy="548640"/>
          </a:xfrm>
          <a:prstGeom prst="roundRect">
            <a:avLst>
              <a:gd name="adj" fmla="val 11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4297680" cy="548640"/>
          </a:xfrm>
          <a:prstGeom prst="roundRect">
            <a:avLst>
              <a:gd name="adj" fmla="val 11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Available Slot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4297680" cy="548640"/>
          </a:xfrm>
          <a:prstGeom prst="roundRect">
            <a:avLst>
              <a:gd name="adj" fmla="val 11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297680" cy="502920"/>
          </a:xfrm>
          <a:prstGeom prst="roundRect">
            <a:avLst>
              <a:gd name="adj" fmla="val 90909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417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FIELDS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8288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startTime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endTime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F172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22208" y="1975104"/>
            <a:ext cx="28895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"date": "2026-09-25",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"startTime": "10:00",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"endTime": "10:30"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 — TRANSACTION EXERCISE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 Duplicate &amp; Overlapping Slots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F172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517904"/>
            <a:ext cx="45354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doctor: doctorId,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startTime: { $lt: endTime },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endTime: { $gt: startTime }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every existing slot for the same doctor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day before a new one is created.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41732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0" y="1417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 → 11:30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235440" y="1536192"/>
            <a:ext cx="2103120" cy="402336"/>
          </a:xfrm>
          <a:prstGeom prst="roundRect">
            <a:avLst>
              <a:gd name="adj" fmla="val 113636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5440" y="15361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224028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2240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 → 11:30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235440" y="2359152"/>
            <a:ext cx="2103120" cy="402336"/>
          </a:xfrm>
          <a:prstGeom prst="roundRect">
            <a:avLst>
              <a:gd name="adj" fmla="val 113636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35440" y="23591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306324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11:15 → 11:45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235440" y="3182112"/>
            <a:ext cx="2103120" cy="402336"/>
          </a:xfrm>
          <a:prstGeom prst="roundRect">
            <a:avLst>
              <a:gd name="adj" fmla="val 113636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35440" y="31821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2160" y="388620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11:30 → 12:00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235440" y="4005072"/>
            <a:ext cx="2103120" cy="402336"/>
          </a:xfrm>
          <a:prstGeom prst="roundRect">
            <a:avLst>
              <a:gd name="adj" fmla="val 113636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35440" y="40050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 — TRANSACTION EXERCISE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Available Appointments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57200"/>
          </a:xfrm>
          <a:prstGeom prst="roundRect">
            <a:avLst>
              <a:gd name="adj" fmla="val 100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/api/v1/appointments/available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status: AVAILABLE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doctor name &amp; email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browses open slots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F172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73368" y="1517904"/>
            <a:ext cx="503834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"doctor": {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"Dr Ahmed",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"email": "doctor@test.com"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"date": "2026-09-25",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"startTime": "10:00",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"endTime": "10:30",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"AVAILABLE"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 — TRANSACTION EXERCISE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457200"/>
          </a:xfrm>
          <a:prstGeom prst="roundRect">
            <a:avLst>
              <a:gd name="adj" fmla="val 100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/api/v1/bookings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F172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203704"/>
            <a:ext cx="4718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"appointmentId": "APPOINTMENT_ID"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303520" cy="548640"/>
          </a:xfrm>
          <a:prstGeom prst="roundRect">
            <a:avLst>
              <a:gd name="adj" fmla="val 11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1371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1920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2066544"/>
            <a:ext cx="5303520" cy="548640"/>
          </a:xfrm>
          <a:prstGeom prst="roundRect">
            <a:avLst>
              <a:gd name="adj" fmla="val 11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206654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Available Appointment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09360" y="261518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2761488"/>
            <a:ext cx="5303520" cy="548640"/>
          </a:xfrm>
          <a:prstGeom prst="roundRect">
            <a:avLst>
              <a:gd name="adj" fmla="val 11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276148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Appointment ID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331012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3456432"/>
            <a:ext cx="5303520" cy="548640"/>
          </a:xfrm>
          <a:prstGeom prst="roundRect">
            <a:avLst>
              <a:gd name="adj" fmla="val 11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360" y="345643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Availability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09360" y="40050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4151376"/>
            <a:ext cx="5303520" cy="548640"/>
          </a:xfrm>
          <a:prstGeom prst="roundRect">
            <a:avLst>
              <a:gd name="adj" fmla="val 11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415137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 — TRANSACTION EXERCISE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Preventing Double Booking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patients can try to book the same slot at the same time.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011680" cy="457200"/>
          </a:xfrm>
          <a:prstGeom prst="roundRect">
            <a:avLst>
              <a:gd name="adj" fmla="val 100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2011680" cy="457200"/>
          </a:xfrm>
          <a:prstGeom prst="roundRect">
            <a:avLst>
              <a:gd name="adj" fmla="val 100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560320"/>
            <a:ext cx="54864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320040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08960" y="2651760"/>
            <a:ext cx="2560320" cy="457200"/>
          </a:xfrm>
          <a:prstGeom prst="roundRect">
            <a:avLst>
              <a:gd name="adj" fmla="val 10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0896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Appointment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Atomic Update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updates the appointment while it is still AVAILABLE — 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attempt simply finds nothing left to update.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13716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F172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73368" y="1517904"/>
            <a:ext cx="5038344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Appointment.findOneAndUpdate(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_id: appointmentId,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"AVAILABLE",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$set: {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status: "BOOKED",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patient: req.user.id,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returnDocument: "after", session }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 — TRANSACTION EXERCISE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Transaction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530352"/>
          </a:xfrm>
          <a:prstGeom prst="roundRect">
            <a:avLst>
              <a:gd name="adj" fmla="val 1206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TRANSACTION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90195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48256"/>
            <a:ext cx="5120640" cy="530352"/>
          </a:xfrm>
          <a:prstGeom prst="roundRect">
            <a:avLst>
              <a:gd name="adj" fmla="val 1206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4825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Appointment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5120640" cy="530352"/>
          </a:xfrm>
          <a:prstGeom prst="roundRect">
            <a:avLst>
              <a:gd name="adj" fmla="val 1206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Appointment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3255264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401568"/>
            <a:ext cx="5120640" cy="530352"/>
          </a:xfrm>
          <a:prstGeom prst="roundRect">
            <a:avLst>
              <a:gd name="adj" fmla="val 1206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40156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Booking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393192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5120640" cy="530352"/>
          </a:xfrm>
          <a:prstGeom prst="roundRect">
            <a:avLst>
              <a:gd name="adj" fmla="val 1206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07822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137160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F172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73368" y="1517904"/>
            <a:ext cx="50383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session = await mongoose.startSession();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session.startTransaction();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26060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F172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73368" y="2752344"/>
            <a:ext cx="50383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[booking] = await Booking.create(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[{ appointment: appointment._id,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patient: req.user.id }],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session }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42519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F172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73368" y="4398264"/>
            <a:ext cx="5038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session.commitTransaction();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521208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writes — appointment update and booking creation — must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 together. The transaction guarantees that.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 — TRANSACTION EXERCISE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&amp; Rollback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2057400"/>
            <a:ext cx="4434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TRANSACTION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4434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651760"/>
            <a:ext cx="4434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Appointment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3108960"/>
            <a:ext cx="4434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3246120"/>
            <a:ext cx="4434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2461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Booking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3703320"/>
            <a:ext cx="4434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3840480"/>
            <a:ext cx="4434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8404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4297680"/>
            <a:ext cx="4434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840" y="4434840"/>
            <a:ext cx="4434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4434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137160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636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2057400"/>
            <a:ext cx="4434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TRANSACTION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20840" y="2514600"/>
            <a:ext cx="4434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20840" y="2651760"/>
            <a:ext cx="4434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20840" y="26517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Appointment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20840" y="3108960"/>
            <a:ext cx="4434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20840" y="3246120"/>
            <a:ext cx="4434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20840" y="32461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20840" y="3703320"/>
            <a:ext cx="4434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20840" y="3840480"/>
            <a:ext cx="4434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20840" y="38404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TRANSACTION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20840" y="4297680"/>
            <a:ext cx="4434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20840" y="4434840"/>
            <a:ext cx="4434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20840" y="4434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 — TRANSACTION EXERCISE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Rollback 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F172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517904"/>
            <a:ext cx="49469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(process.env.TEST_TRANSACTION === "true") {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Error("Transaction rollback test");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5349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→ AVAILABLE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→ null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→ Not Created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20840" y="1371600"/>
            <a:ext cx="4892040" cy="530352"/>
          </a:xfrm>
          <a:prstGeom prst="roundRect">
            <a:avLst>
              <a:gd name="adj" fmla="val 12069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20840" y="137160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0840" y="190195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</a:rPr>
              <a:t>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20840" y="2084832"/>
            <a:ext cx="4892040" cy="530352"/>
          </a:xfrm>
          <a:prstGeom prst="roundRect">
            <a:avLst>
              <a:gd name="adj" fmla="val 1206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20840" y="208483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2615184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</a:rPr>
              <a:t>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20840" y="2798064"/>
            <a:ext cx="4892040" cy="530352"/>
          </a:xfrm>
          <a:prstGeom prst="roundRect">
            <a:avLst>
              <a:gd name="adj" fmla="val 12069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20840" y="2798064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332841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</a:rPr>
              <a:t>↓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720840" y="3511296"/>
            <a:ext cx="4892040" cy="530352"/>
          </a:xfrm>
          <a:prstGeom prst="roundRect">
            <a:avLst>
              <a:gd name="adj" fmla="val 12069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0840" y="351129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4041648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</a:rPr>
              <a:t>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720840" y="4224528"/>
            <a:ext cx="4892040" cy="530352"/>
          </a:xfrm>
          <a:prstGeom prst="roundRect">
            <a:avLst>
              <a:gd name="adj" fmla="val 12069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422452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 — TRANSACTION EXERCISE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10896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Booking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Booking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 Conflict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Slot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Overlapping Slot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Rollback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Restored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primary flows verified end-to-end using Postman against MongoDB Atlas.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 — TRANSACTION EXERCISE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3840480" cy="384048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125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Consistent, Protected.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429000" cy="502920"/>
          </a:xfrm>
          <a:prstGeom prst="roundRect">
            <a:avLst>
              <a:gd name="adj" fmla="val 12727"/>
            </a:avLst>
          </a:prstGeom>
          <a:solidFill>
            <a:srgbClr val="1E293B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0" y="1965960"/>
            <a:ext cx="3429000" cy="502920"/>
          </a:xfrm>
          <a:prstGeom prst="roundRect">
            <a:avLst>
              <a:gd name="adj" fmla="val 12727"/>
            </a:avLst>
          </a:prstGeom>
          <a:solidFill>
            <a:srgbClr val="1E293B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0" y="19659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Patient Roles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1965960"/>
            <a:ext cx="3429000" cy="502920"/>
          </a:xfrm>
          <a:prstGeom prst="roundRect">
            <a:avLst>
              <a:gd name="adj" fmla="val 12727"/>
            </a:avLst>
          </a:prstGeom>
          <a:solidFill>
            <a:srgbClr val="1E293B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0960" y="19659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Creation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3429000" cy="502920"/>
          </a:xfrm>
          <a:prstGeom prst="roundRect">
            <a:avLst>
              <a:gd name="adj" fmla="val 12727"/>
            </a:avLst>
          </a:prstGeom>
          <a:solidFill>
            <a:srgbClr val="1E293B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Overlap Prevention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0" y="2651760"/>
            <a:ext cx="3429000" cy="502920"/>
          </a:xfrm>
          <a:prstGeom prst="roundRect">
            <a:avLst>
              <a:gd name="adj" fmla="val 12727"/>
            </a:avLst>
          </a:prstGeom>
          <a:solidFill>
            <a:srgbClr val="1E293B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0" y="26517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Appointments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2651760"/>
            <a:ext cx="3429000" cy="502920"/>
          </a:xfrm>
          <a:prstGeom prst="roundRect">
            <a:avLst>
              <a:gd name="adj" fmla="val 12727"/>
            </a:avLst>
          </a:prstGeom>
          <a:solidFill>
            <a:srgbClr val="1E293B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0960" y="26517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Booking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3429000" cy="502920"/>
          </a:xfrm>
          <a:prstGeom prst="roundRect">
            <a:avLst>
              <a:gd name="adj" fmla="val 12727"/>
            </a:avLst>
          </a:prstGeom>
          <a:solidFill>
            <a:srgbClr val="1E293B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Update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0" y="3337560"/>
            <a:ext cx="3429000" cy="502920"/>
          </a:xfrm>
          <a:prstGeom prst="roundRect">
            <a:avLst>
              <a:gd name="adj" fmla="val 12727"/>
            </a:avLst>
          </a:prstGeom>
          <a:solidFill>
            <a:srgbClr val="1E293B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0" y="33375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Transaction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80960" y="3337560"/>
            <a:ext cx="3429000" cy="502920"/>
          </a:xfrm>
          <a:prstGeom prst="roundRect">
            <a:avLst>
              <a:gd name="adj" fmla="val 12727"/>
            </a:avLst>
          </a:prstGeom>
          <a:solidFill>
            <a:srgbClr val="1E293B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80960" y="33375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 Prevention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3429000" cy="502920"/>
          </a:xfrm>
          <a:prstGeom prst="roundRect">
            <a:avLst>
              <a:gd name="adj" fmla="val 12727"/>
            </a:avLst>
          </a:prstGeom>
          <a:solidFill>
            <a:srgbClr val="1E293B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0233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/ Rollback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114800" y="4023360"/>
            <a:ext cx="3429000" cy="502920"/>
          </a:xfrm>
          <a:prstGeom prst="roundRect">
            <a:avLst>
              <a:gd name="adj" fmla="val 12727"/>
            </a:avLst>
          </a:prstGeom>
          <a:solidFill>
            <a:srgbClr val="1E293B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0" y="40233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Testing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80644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Preventing Double Booking while maintaining database consistency.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1093</Words>
  <Application>Microsoft Office PowerPoint</Application>
  <PresentationFormat>Widescreen</PresentationFormat>
  <Paragraphs>321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Rabea Shaban</cp:lastModifiedBy>
  <cp:revision>2</cp:revision>
  <dcterms:created xsi:type="dcterms:W3CDTF">2026-09-25T15:28:27Z</dcterms:created>
  <dcterms:modified xsi:type="dcterms:W3CDTF">2026-09-25T15:34:41Z</dcterms:modified>
</cp:coreProperties>
</file>